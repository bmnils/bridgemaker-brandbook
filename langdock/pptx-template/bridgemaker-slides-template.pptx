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2000" cy="6857999" type="screen4x3"/>
  <p:notesSz cx="6858000" cy="9144000"/>
  <p:embeddedFontLst>
    <p:embeddedFont>
      <p:font typeface="Inter"/>
      <p:regular r:id="rIdFont1"/>
      <p:bold r:id="rIdFont2"/>
    </p:embeddedFont>
    <p:embeddedFont>
      <p:font typeface="Inter Light"/>
      <p:regular r:id="rIdFont3"/>
    </p:embeddedFont>
    <p:embeddedFont>
      <p:font typeface="Inter SemiBold"/>
      <p:regular r:id="rIdFont4"/>
    </p:embeddedFont>
    <p:embeddedFont>
      <p:font typeface="JetBrains Mono"/>
      <p:regular r:id="rIdFont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Relationship Id="rIdFont3" Type="http://schemas.openxmlformats.org/officeDocument/2006/relationships/font" Target="fonts/font3.fntdata"/><Relationship Id="rIdFont4" Type="http://schemas.openxmlformats.org/officeDocument/2006/relationships/font" Target="fonts/font4.fntdata"/><Relationship Id="rIdFont5" Type="http://schemas.openxmlformats.org/officeDocument/2006/relationships/font" Target="fonts/font5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Cover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Agenda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Ziel und Agenda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Kapiteltrenner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Kapiteltrenner 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Kapiteltrenner 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Kapiteltrenner 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Kapiteltrenner 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Hairline-Kolumnen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Content-Infografik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Device-Mockup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Zahlen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Principle-Zeilen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Gegenüberstellung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Objekt-Karten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Nummerierte Objekt-Karten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Tabelle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Roadmap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Zitat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Schluss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641600" y="905933"/>
            <a:ext cx="7335519" cy="2201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wordmark-white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999" y="812800"/>
            <a:ext cx="1634066" cy="20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15999" y="2398606"/>
            <a:ext cx="4436533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 spc="80">
                <a:solidFill>
                  <a:srgbClr val="A8A69E"/>
                </a:solidFill>
                <a:latin typeface="Inter SemiBold"/>
              </a:rPr>
              <a:t>KUNDE × BRIDGEMAKER — ANLASS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999" y="2676313"/>
            <a:ext cx="7508239" cy="18694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6720"/>
              </a:lnSpc>
            </a:pPr>
            <a:r>
              <a:rPr sz="6400" b="0" i="0" spc="-192">
                <a:solidFill>
                  <a:srgbClr val="F5F1EB"/>
                </a:solidFill>
                <a:latin typeface="Inter SemiBold"/>
              </a:rPr>
              <a:t>Titel des Decks über</a:t>
            </a:r>
          </a:p>
          <a:p>
            <a:pPr>
              <a:lnSpc>
                <a:spcPts val="6720"/>
              </a:lnSpc>
            </a:pPr>
            <a:r>
              <a:rPr sz="6400" b="0" i="0" spc="-192">
                <a:solidFill>
                  <a:srgbClr val="F5F1EB"/>
                </a:solidFill>
                <a:latin typeface="Inter SemiBold"/>
              </a:rPr>
              <a:t>maximal zwei Zeilen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5999" y="5867400"/>
            <a:ext cx="2309706" cy="1778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400"/>
              </a:lnSpc>
            </a:pPr>
            <a:r>
              <a:rPr sz="930" b="0" i="0">
                <a:solidFill>
                  <a:srgbClr val="A8A69E"/>
                </a:solidFill>
                <a:latin typeface="Inter"/>
              </a:rPr>
              <a:t>Gemeinsamer Arbeitsstand, 17. Juli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320" y="821266"/>
            <a:ext cx="1842346" cy="1862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930"/>
              </a:lnSpc>
            </a:pPr>
            <a:r>
              <a:rPr sz="930" b="0" i="0">
                <a:solidFill>
                  <a:srgbClr val="A8A69E"/>
                </a:solidFill>
                <a:latin typeface="JetBrains Mono"/>
              </a:rPr>
              <a:t>[ Kundenlogo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15999" y="2714413"/>
            <a:ext cx="4809066" cy="8466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66933" y="2714413"/>
            <a:ext cx="4809066" cy="8466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15999" y="3527213"/>
            <a:ext cx="4809066" cy="8466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66933" y="3527213"/>
            <a:ext cx="4809066" cy="8466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5999" y="4340013"/>
            <a:ext cx="4809066" cy="8466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66933" y="4340013"/>
            <a:ext cx="4809066" cy="8466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wordmark-black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999" y="6495626"/>
            <a:ext cx="953346" cy="1185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15999" y="389466"/>
            <a:ext cx="4775200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 spc="80">
                <a:solidFill>
                  <a:srgbClr val="6B6B65"/>
                </a:solidFill>
                <a:latin typeface="Inter SemiBold"/>
              </a:rPr>
              <a:t>AGENDA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5999" y="778933"/>
            <a:ext cx="3815080" cy="533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3679"/>
              </a:lnSpc>
            </a:pPr>
            <a:r>
              <a:rPr sz="3200" b="0" i="0" spc="-80">
                <a:solidFill>
                  <a:srgbClr val="1C1C1E"/>
                </a:solidFill>
                <a:latin typeface="Inter SemiBold"/>
              </a:rPr>
              <a:t>Der Ablauf für heute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5999" y="3016673"/>
            <a:ext cx="174413" cy="203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710"/>
              </a:lnSpc>
            </a:pPr>
            <a:r>
              <a:rPr sz="1070" b="0" i="0">
                <a:solidFill>
                  <a:srgbClr val="1C1C1E"/>
                </a:solidFill>
                <a:latin typeface="Inte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5999" y="3829473"/>
            <a:ext cx="202353" cy="203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710"/>
              </a:lnSpc>
            </a:pPr>
            <a:r>
              <a:rPr sz="1070" b="0" i="0">
                <a:solidFill>
                  <a:srgbClr val="1C1C1E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5999" y="4642273"/>
            <a:ext cx="203200" cy="203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710"/>
              </a:lnSpc>
            </a:pPr>
            <a:r>
              <a:rPr sz="1070" b="0" i="0">
                <a:solidFill>
                  <a:srgbClr val="1C1C1E"/>
                </a:solidFill>
                <a:latin typeface="Inter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7866" y="2900680"/>
            <a:ext cx="1176866" cy="44873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870"/>
              </a:lnSpc>
            </a:pPr>
            <a:r>
              <a:rPr sz="1330" b="0" i="0" spc="-20">
                <a:solidFill>
                  <a:srgbClr val="1C1C1E"/>
                </a:solidFill>
                <a:latin typeface="Inter SemiBold"/>
              </a:rPr>
              <a:t>Erster Punkt</a:t>
            </a:r>
          </a:p>
          <a:p>
            <a:pPr>
              <a:lnSpc>
                <a:spcPts val="1400"/>
              </a:lnSpc>
              <a:spcBef>
                <a:spcPts val="530"/>
              </a:spcBef>
            </a:pPr>
            <a:r>
              <a:rPr sz="930" b="0" i="0">
                <a:solidFill>
                  <a:srgbClr val="3D3D3A"/>
                </a:solidFill>
                <a:latin typeface="Inter"/>
              </a:rPr>
              <a:t>Ein halber Satz dazu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7866" y="3713480"/>
            <a:ext cx="1176866" cy="44873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870"/>
              </a:lnSpc>
            </a:pPr>
            <a:r>
              <a:rPr sz="1330" b="0" i="0" spc="-20">
                <a:solidFill>
                  <a:srgbClr val="1C1C1E"/>
                </a:solidFill>
                <a:latin typeface="Inter SemiBold"/>
              </a:rPr>
              <a:t>Zweiter Punkt</a:t>
            </a:r>
          </a:p>
          <a:p>
            <a:pPr>
              <a:lnSpc>
                <a:spcPts val="1400"/>
              </a:lnSpc>
              <a:spcBef>
                <a:spcPts val="530"/>
              </a:spcBef>
            </a:pPr>
            <a:r>
              <a:rPr sz="930" b="0" i="0">
                <a:solidFill>
                  <a:srgbClr val="3D3D3A"/>
                </a:solidFill>
                <a:latin typeface="Inter"/>
              </a:rPr>
              <a:t>Ein halber Satz dazu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7866" y="4526280"/>
            <a:ext cx="1176866" cy="44873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870"/>
              </a:lnSpc>
            </a:pPr>
            <a:r>
              <a:rPr sz="1330" b="0" i="0" spc="-20">
                <a:solidFill>
                  <a:srgbClr val="1C1C1E"/>
                </a:solidFill>
                <a:latin typeface="Inter SemiBold"/>
              </a:rPr>
              <a:t>Dritter Punkt</a:t>
            </a:r>
          </a:p>
          <a:p>
            <a:pPr>
              <a:lnSpc>
                <a:spcPts val="1400"/>
              </a:lnSpc>
              <a:spcBef>
                <a:spcPts val="530"/>
              </a:spcBef>
            </a:pPr>
            <a:r>
              <a:rPr sz="930" b="0" i="0">
                <a:solidFill>
                  <a:srgbClr val="3D3D3A"/>
                </a:solidFill>
                <a:latin typeface="Inter"/>
              </a:rPr>
              <a:t>Ein halber Satz dazu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03213" y="6466839"/>
            <a:ext cx="3928533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>
                <a:solidFill>
                  <a:srgbClr val="1C1C1E"/>
                </a:solidFill>
                <a:latin typeface="Inter SemiBold"/>
              </a:rPr>
              <a:t>Kunde Projekttitel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6933" y="3016673"/>
            <a:ext cx="206586" cy="203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710"/>
              </a:lnSpc>
            </a:pPr>
            <a:r>
              <a:rPr sz="1070" b="0" i="0">
                <a:solidFill>
                  <a:srgbClr val="1C1C1E"/>
                </a:solidFill>
                <a:latin typeface="Inter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6933" y="3829473"/>
            <a:ext cx="199813" cy="203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710"/>
              </a:lnSpc>
            </a:pPr>
            <a:r>
              <a:rPr sz="1070" b="0" i="0">
                <a:solidFill>
                  <a:srgbClr val="1C1C1E"/>
                </a:solidFill>
                <a:latin typeface="Inter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6933" y="4642273"/>
            <a:ext cx="203200" cy="203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710"/>
              </a:lnSpc>
            </a:pPr>
            <a:r>
              <a:rPr sz="1070" b="0" i="0">
                <a:solidFill>
                  <a:srgbClr val="1C1C1E"/>
                </a:solidFill>
                <a:latin typeface="Inter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8799" y="2900680"/>
            <a:ext cx="1176866" cy="44873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870"/>
              </a:lnSpc>
            </a:pPr>
            <a:r>
              <a:rPr sz="1330" b="0" i="0" spc="-20">
                <a:solidFill>
                  <a:srgbClr val="1C1C1E"/>
                </a:solidFill>
                <a:latin typeface="Inter SemiBold"/>
              </a:rPr>
              <a:t>Vierter Punkt</a:t>
            </a:r>
          </a:p>
          <a:p>
            <a:pPr>
              <a:lnSpc>
                <a:spcPts val="1400"/>
              </a:lnSpc>
              <a:spcBef>
                <a:spcPts val="530"/>
              </a:spcBef>
            </a:pPr>
            <a:r>
              <a:rPr sz="930" b="0" i="0">
                <a:solidFill>
                  <a:srgbClr val="3D3D3A"/>
                </a:solidFill>
                <a:latin typeface="Inter"/>
              </a:rPr>
              <a:t>Ein halber Satz dazu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799" y="3713480"/>
            <a:ext cx="1176866" cy="44873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870"/>
              </a:lnSpc>
            </a:pPr>
            <a:r>
              <a:rPr sz="1330" b="0" i="0" spc="-20">
                <a:solidFill>
                  <a:srgbClr val="1C1C1E"/>
                </a:solidFill>
                <a:latin typeface="Inter SemiBold"/>
              </a:rPr>
              <a:t>Fünfter Punkt</a:t>
            </a:r>
          </a:p>
          <a:p>
            <a:pPr>
              <a:lnSpc>
                <a:spcPts val="1400"/>
              </a:lnSpc>
              <a:spcBef>
                <a:spcPts val="530"/>
              </a:spcBef>
            </a:pPr>
            <a:r>
              <a:rPr sz="930" b="0" i="0">
                <a:solidFill>
                  <a:srgbClr val="3D3D3A"/>
                </a:solidFill>
                <a:latin typeface="Inter"/>
              </a:rPr>
              <a:t>Ein halber Satz dazu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8799" y="4526280"/>
            <a:ext cx="1228513" cy="44873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870"/>
              </a:lnSpc>
            </a:pPr>
            <a:r>
              <a:rPr sz="1330" b="0" i="0" spc="-20">
                <a:solidFill>
                  <a:srgbClr val="1C1C1E"/>
                </a:solidFill>
                <a:latin typeface="Inter SemiBold"/>
              </a:rPr>
              <a:t>Sechster Punkt</a:t>
            </a:r>
          </a:p>
          <a:p>
            <a:pPr>
              <a:lnSpc>
                <a:spcPts val="1400"/>
              </a:lnSpc>
              <a:spcBef>
                <a:spcPts val="530"/>
              </a:spcBef>
            </a:pPr>
            <a:r>
              <a:rPr sz="930" b="0" i="0">
                <a:solidFill>
                  <a:srgbClr val="3D3D3A"/>
                </a:solidFill>
                <a:latin typeface="Inter"/>
              </a:rPr>
              <a:t>Ein halber Satz dazu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34133" y="6495626"/>
            <a:ext cx="575733" cy="17610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120"/>
              </a:lnSpc>
            </a:pPr>
            <a:r>
              <a:rPr sz="800" b="0" i="0">
                <a:solidFill>
                  <a:srgbClr val="6B6B65"/>
                </a:solidFill>
                <a:latin typeface="Inter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15999" y="2680546"/>
            <a:ext cx="4809066" cy="8466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5999" y="3493346"/>
            <a:ext cx="4809066" cy="8466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15999" y="4306146"/>
            <a:ext cx="4809066" cy="8466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66933" y="2680546"/>
            <a:ext cx="4809066" cy="8466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66933" y="3493346"/>
            <a:ext cx="4809066" cy="8466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66933" y="4306146"/>
            <a:ext cx="4809066" cy="8466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66933" y="5118946"/>
            <a:ext cx="4809066" cy="8466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wordmark-black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999" y="6495626"/>
            <a:ext cx="953346" cy="11853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15999" y="389466"/>
            <a:ext cx="4775200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 spc="80">
                <a:solidFill>
                  <a:srgbClr val="6B6B65"/>
                </a:solidFill>
                <a:latin typeface="Inter SemiBold"/>
              </a:rPr>
              <a:t>ZIEL UND AGENDA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5999" y="778933"/>
            <a:ext cx="4467860" cy="10007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3679"/>
              </a:lnSpc>
            </a:pPr>
            <a:r>
              <a:rPr sz="3200" b="0" i="0" spc="-80">
                <a:solidFill>
                  <a:srgbClr val="1C1C1E"/>
                </a:solidFill>
                <a:latin typeface="Inter SemiBold"/>
              </a:rPr>
              <a:t>Heute priorisieren wir A und entscheiden über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5999" y="2385906"/>
            <a:ext cx="4436533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 spc="80">
                <a:solidFill>
                  <a:srgbClr val="6B6B65"/>
                </a:solidFill>
                <a:latin typeface="Inter SemiBold"/>
              </a:rPr>
              <a:t>IHR ENTSCHEIDET HEUTE ÜBER DREI PUNKTE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5999" y="2982806"/>
            <a:ext cx="174413" cy="203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710"/>
              </a:lnSpc>
            </a:pPr>
            <a:r>
              <a:rPr sz="1070" b="0" i="0">
                <a:solidFill>
                  <a:srgbClr val="1C1C1E"/>
                </a:solidFill>
                <a:latin typeface="Inter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5999" y="3795606"/>
            <a:ext cx="202353" cy="203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710"/>
              </a:lnSpc>
            </a:pPr>
            <a:r>
              <a:rPr sz="1070" b="0" i="0">
                <a:solidFill>
                  <a:srgbClr val="1C1C1E"/>
                </a:solidFill>
                <a:latin typeface="Inter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5999" y="4608406"/>
            <a:ext cx="203200" cy="203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710"/>
              </a:lnSpc>
            </a:pPr>
            <a:r>
              <a:rPr sz="1070" b="0" i="0">
                <a:solidFill>
                  <a:srgbClr val="1C1C1E"/>
                </a:solidFill>
                <a:latin typeface="Inte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7866" y="2972646"/>
            <a:ext cx="2153073" cy="23706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870"/>
              </a:lnSpc>
            </a:pPr>
            <a:r>
              <a:rPr sz="1330" b="0" i="0" spc="-20">
                <a:solidFill>
                  <a:srgbClr val="1C1C1E"/>
                </a:solidFill>
                <a:latin typeface="Inter SemiBold"/>
              </a:rPr>
              <a:t>Erster Entscheidungspunkt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7866" y="3785446"/>
            <a:ext cx="2280073" cy="23706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870"/>
              </a:lnSpc>
            </a:pPr>
            <a:r>
              <a:rPr sz="1330" b="0" i="0" spc="-20">
                <a:solidFill>
                  <a:srgbClr val="1C1C1E"/>
                </a:solidFill>
                <a:latin typeface="Inter SemiBold"/>
              </a:rPr>
              <a:t>Zweiter Entscheidungspunkt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7866" y="4598246"/>
            <a:ext cx="2181013" cy="23706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870"/>
              </a:lnSpc>
            </a:pPr>
            <a:r>
              <a:rPr sz="1330" b="0" i="0" spc="-20">
                <a:solidFill>
                  <a:srgbClr val="1C1C1E"/>
                </a:solidFill>
                <a:latin typeface="Inter SemiBold"/>
              </a:rPr>
              <a:t>Dritter Entscheidungspunkt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03213" y="6466839"/>
            <a:ext cx="3928533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>
                <a:solidFill>
                  <a:srgbClr val="1C1C1E"/>
                </a:solidFill>
                <a:latin typeface="Inter SemiBold"/>
              </a:rPr>
              <a:t>Kunde Projekttitel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6933" y="2385906"/>
            <a:ext cx="4436533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 spc="80">
                <a:solidFill>
                  <a:srgbClr val="6B6B65"/>
                </a:solidFill>
                <a:latin typeface="Inter SemiBold"/>
              </a:rPr>
              <a:t>ABLAUF IN VIER KAPITELN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6933" y="2982806"/>
            <a:ext cx="174413" cy="203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710"/>
              </a:lnSpc>
            </a:pPr>
            <a:r>
              <a:rPr sz="1070" b="0" i="0">
                <a:solidFill>
                  <a:srgbClr val="1C1C1E"/>
                </a:solidFill>
                <a:latin typeface="Inter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6933" y="3795606"/>
            <a:ext cx="202353" cy="203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710"/>
              </a:lnSpc>
            </a:pPr>
            <a:r>
              <a:rPr sz="1070" b="0" i="0">
                <a:solidFill>
                  <a:srgbClr val="1C1C1E"/>
                </a:solidFill>
                <a:latin typeface="Inter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6933" y="4608406"/>
            <a:ext cx="203200" cy="203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710"/>
              </a:lnSpc>
            </a:pPr>
            <a:r>
              <a:rPr sz="1070" b="0" i="0">
                <a:solidFill>
                  <a:srgbClr val="1C1C1E"/>
                </a:solidFill>
                <a:latin typeface="Inter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6933" y="5421206"/>
            <a:ext cx="206586" cy="203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710"/>
              </a:lnSpc>
            </a:pPr>
            <a:r>
              <a:rPr sz="1070" b="0" i="0">
                <a:solidFill>
                  <a:srgbClr val="1C1C1E"/>
                </a:solidFill>
                <a:latin typeface="Inter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8799" y="2866813"/>
            <a:ext cx="1705186" cy="44873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870"/>
              </a:lnSpc>
            </a:pPr>
            <a:r>
              <a:rPr sz="1330" b="0" i="0" spc="-20">
                <a:solidFill>
                  <a:srgbClr val="1C1C1E"/>
                </a:solidFill>
                <a:latin typeface="Inter SemiBold"/>
              </a:rPr>
              <a:t>Erstes Kapitel</a:t>
            </a:r>
          </a:p>
          <a:p>
            <a:pPr>
              <a:lnSpc>
                <a:spcPts val="1400"/>
              </a:lnSpc>
              <a:spcBef>
                <a:spcPts val="530"/>
              </a:spcBef>
            </a:pPr>
            <a:r>
              <a:rPr sz="930" b="0" i="0">
                <a:solidFill>
                  <a:srgbClr val="6B6B65"/>
                </a:solidFill>
                <a:latin typeface="Inter"/>
              </a:rPr>
              <a:t>Halber Satz, was hier passiert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8799" y="3679613"/>
            <a:ext cx="1705186" cy="44873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870"/>
              </a:lnSpc>
            </a:pPr>
            <a:r>
              <a:rPr sz="1330" b="0" i="0" spc="-20">
                <a:solidFill>
                  <a:srgbClr val="1C1C1E"/>
                </a:solidFill>
                <a:latin typeface="Inter SemiBold"/>
              </a:rPr>
              <a:t>Zweites Kapitel</a:t>
            </a:r>
          </a:p>
          <a:p>
            <a:pPr>
              <a:lnSpc>
                <a:spcPts val="1400"/>
              </a:lnSpc>
              <a:spcBef>
                <a:spcPts val="530"/>
              </a:spcBef>
            </a:pPr>
            <a:r>
              <a:rPr sz="930" b="0" i="0">
                <a:solidFill>
                  <a:srgbClr val="6B6B65"/>
                </a:solidFill>
                <a:latin typeface="Inter"/>
              </a:rPr>
              <a:t>Halber Satz, was hier passiert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8799" y="4492413"/>
            <a:ext cx="1705186" cy="44873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870"/>
              </a:lnSpc>
            </a:pPr>
            <a:r>
              <a:rPr sz="1330" b="0" i="0" spc="-20">
                <a:solidFill>
                  <a:srgbClr val="1C1C1E"/>
                </a:solidFill>
                <a:latin typeface="Inter SemiBold"/>
              </a:rPr>
              <a:t>Drittes Kapitel</a:t>
            </a:r>
          </a:p>
          <a:p>
            <a:pPr>
              <a:lnSpc>
                <a:spcPts val="1400"/>
              </a:lnSpc>
              <a:spcBef>
                <a:spcPts val="530"/>
              </a:spcBef>
            </a:pPr>
            <a:r>
              <a:rPr sz="930" b="0" i="0">
                <a:solidFill>
                  <a:srgbClr val="6B6B65"/>
                </a:solidFill>
                <a:latin typeface="Inter"/>
              </a:rPr>
              <a:t>Halber Satz, was hier passiert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8799" y="5305213"/>
            <a:ext cx="1705186" cy="44873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870"/>
              </a:lnSpc>
            </a:pPr>
            <a:r>
              <a:rPr sz="1330" b="0" i="0" spc="-20">
                <a:solidFill>
                  <a:srgbClr val="1C1C1E"/>
                </a:solidFill>
                <a:latin typeface="Inter SemiBold"/>
              </a:rPr>
              <a:t>Viertes Kapitel</a:t>
            </a:r>
          </a:p>
          <a:p>
            <a:pPr>
              <a:lnSpc>
                <a:spcPts val="1400"/>
              </a:lnSpc>
              <a:spcBef>
                <a:spcPts val="530"/>
              </a:spcBef>
            </a:pPr>
            <a:r>
              <a:rPr sz="930" b="0" i="0">
                <a:solidFill>
                  <a:srgbClr val="6B6B65"/>
                </a:solidFill>
                <a:latin typeface="Inter"/>
              </a:rPr>
              <a:t>Halber Satz, was hier passiert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34133" y="6495626"/>
            <a:ext cx="575733" cy="17610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120"/>
              </a:lnSpc>
            </a:pPr>
            <a:r>
              <a:rPr sz="800" b="0" i="0">
                <a:solidFill>
                  <a:srgbClr val="6B6B65"/>
                </a:solidFill>
                <a:latin typeface="Inter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3" name="Picture 2" descr="wordmark-black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999" y="6495626"/>
            <a:ext cx="953346" cy="1185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15999" y="4355253"/>
            <a:ext cx="4436533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 spc="80">
                <a:solidFill>
                  <a:srgbClr val="3D3D3A"/>
                </a:solidFill>
                <a:latin typeface="Inter SemiBold"/>
              </a:rPr>
              <a:t>KAPITEL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5999" y="4666826"/>
            <a:ext cx="4041140" cy="128185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4690"/>
              </a:lnSpc>
            </a:pPr>
            <a:r>
              <a:rPr sz="4270" b="0" i="0" spc="-128">
                <a:solidFill>
                  <a:srgbClr val="1C1C1E"/>
                </a:solidFill>
                <a:latin typeface="Inter SemiBold"/>
              </a:rPr>
              <a:t>Eine Zeile, die das Kapitel trägt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3213" y="6466839"/>
            <a:ext cx="3928533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>
                <a:solidFill>
                  <a:srgbClr val="1C1C1E"/>
                </a:solidFill>
                <a:latin typeface="Inter SemiBold"/>
              </a:rPr>
              <a:t>Kunde Projekttitel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99506" y="4284133"/>
            <a:ext cx="1610359" cy="20827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1330"/>
              </a:lnSpc>
            </a:pPr>
            <a:r>
              <a:rPr sz="13330" b="0" i="0" spc="-533">
                <a:solidFill>
                  <a:srgbClr val="C5C0B8"/>
                </a:solidFill>
                <a:latin typeface="Inter Ligh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4133" y="6495626"/>
            <a:ext cx="575733" cy="17610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120"/>
              </a:lnSpc>
            </a:pPr>
            <a:r>
              <a:rPr sz="800" b="0" i="0">
                <a:solidFill>
                  <a:srgbClr val="6B6B65"/>
                </a:solidFill>
                <a:latin typeface="Inter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3" name="Picture 2" descr="wordmark-black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999" y="6495626"/>
            <a:ext cx="953346" cy="1185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15999" y="4355253"/>
            <a:ext cx="4436533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 spc="80">
                <a:solidFill>
                  <a:srgbClr val="3D3D3A"/>
                </a:solidFill>
                <a:latin typeface="Inter SemiBold"/>
              </a:rPr>
              <a:t>KAPITEL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5999" y="4666826"/>
            <a:ext cx="4041140" cy="128185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4690"/>
              </a:lnSpc>
            </a:pPr>
            <a:r>
              <a:rPr sz="4270" b="0" i="0" spc="-128">
                <a:solidFill>
                  <a:srgbClr val="1C1C1E"/>
                </a:solidFill>
                <a:latin typeface="Inter SemiBold"/>
              </a:rPr>
              <a:t>Eine Zeile, die das Kapitel trägt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3213" y="6466839"/>
            <a:ext cx="3928533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>
                <a:solidFill>
                  <a:srgbClr val="1C1C1E"/>
                </a:solidFill>
                <a:latin typeface="Inter SemiBold"/>
              </a:rPr>
              <a:t>Kunde Projekttitel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26973" y="4284133"/>
            <a:ext cx="1982893" cy="20827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1330"/>
              </a:lnSpc>
            </a:pPr>
            <a:r>
              <a:rPr sz="13330" b="0" i="0" spc="-533">
                <a:solidFill>
                  <a:srgbClr val="C5C0B8"/>
                </a:solidFill>
                <a:latin typeface="Inter Ligh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4133" y="6495626"/>
            <a:ext cx="575733" cy="17610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120"/>
              </a:lnSpc>
            </a:pPr>
            <a:r>
              <a:rPr sz="800" b="0" i="0">
                <a:solidFill>
                  <a:srgbClr val="6B6B65"/>
                </a:solidFill>
                <a:latin typeface="Inter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3" name="Picture 2" descr="wordmark-black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999" y="6495626"/>
            <a:ext cx="953346" cy="1185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15999" y="4355253"/>
            <a:ext cx="4436533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 spc="80">
                <a:solidFill>
                  <a:srgbClr val="3D3D3A"/>
                </a:solidFill>
                <a:latin typeface="Inter SemiBold"/>
              </a:rPr>
              <a:t>KAPITEL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5999" y="4666826"/>
            <a:ext cx="4041140" cy="128185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4690"/>
              </a:lnSpc>
            </a:pPr>
            <a:r>
              <a:rPr sz="4270" b="0" i="0" spc="-128">
                <a:solidFill>
                  <a:srgbClr val="1C1C1E"/>
                </a:solidFill>
                <a:latin typeface="Inter SemiBold"/>
              </a:rPr>
              <a:t>Eine Zeile, die das Kapitel trägt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3213" y="6466839"/>
            <a:ext cx="3928533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>
                <a:solidFill>
                  <a:srgbClr val="1C1C1E"/>
                </a:solidFill>
                <a:latin typeface="Inter SemiBold"/>
              </a:rPr>
              <a:t>Kunde Projekttitel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673" y="4284133"/>
            <a:ext cx="1970193" cy="20827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1330"/>
              </a:lnSpc>
            </a:pPr>
            <a:r>
              <a:rPr sz="13330" b="0" i="0" spc="-533">
                <a:solidFill>
                  <a:srgbClr val="C5C0B8"/>
                </a:solidFill>
                <a:latin typeface="Inter Light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4133" y="6495626"/>
            <a:ext cx="575733" cy="17610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120"/>
              </a:lnSpc>
            </a:pPr>
            <a:r>
              <a:rPr sz="800" b="0" i="0">
                <a:solidFill>
                  <a:srgbClr val="6B6B65"/>
                </a:solidFill>
                <a:latin typeface="Inter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3" name="Picture 2" descr="wordmark-black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999" y="6495626"/>
            <a:ext cx="953346" cy="1185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15999" y="4355253"/>
            <a:ext cx="4436533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 spc="80">
                <a:solidFill>
                  <a:srgbClr val="3D3D3A"/>
                </a:solidFill>
                <a:latin typeface="Inter SemiBold"/>
              </a:rPr>
              <a:t>KAPITEL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5999" y="4666826"/>
            <a:ext cx="4041140" cy="128185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4690"/>
              </a:lnSpc>
            </a:pPr>
            <a:r>
              <a:rPr sz="4270" b="0" i="0" spc="-128">
                <a:solidFill>
                  <a:srgbClr val="1C1C1E"/>
                </a:solidFill>
                <a:latin typeface="Inter SemiBold"/>
              </a:rPr>
              <a:t>Eine Zeile, die das Kapitel trägt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3213" y="6466839"/>
            <a:ext cx="3928533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>
                <a:solidFill>
                  <a:srgbClr val="1C1C1E"/>
                </a:solidFill>
                <a:latin typeface="Inter SemiBold"/>
              </a:rPr>
              <a:t>Kunde Projekttitel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00726" y="4284133"/>
            <a:ext cx="2009140" cy="20827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1330"/>
              </a:lnSpc>
            </a:pPr>
            <a:r>
              <a:rPr sz="13330" b="0" i="0" spc="-533">
                <a:solidFill>
                  <a:srgbClr val="C5C0B8"/>
                </a:solidFill>
                <a:latin typeface="Inter Light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4133" y="6495626"/>
            <a:ext cx="575733" cy="17610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120"/>
              </a:lnSpc>
            </a:pPr>
            <a:r>
              <a:rPr sz="800" b="0" i="0">
                <a:solidFill>
                  <a:srgbClr val="6B6B65"/>
                </a:solidFill>
                <a:latin typeface="Inter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3" name="Picture 2" descr="wordmark-black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999" y="6495626"/>
            <a:ext cx="953346" cy="1185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15999" y="4355253"/>
            <a:ext cx="4436533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 spc="80">
                <a:solidFill>
                  <a:srgbClr val="3D3D3A"/>
                </a:solidFill>
                <a:latin typeface="Inter SemiBold"/>
              </a:rPr>
              <a:t>KAPITEL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5999" y="4666826"/>
            <a:ext cx="4041140" cy="128185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4690"/>
              </a:lnSpc>
            </a:pPr>
            <a:r>
              <a:rPr sz="4270" b="0" i="0" spc="-128">
                <a:solidFill>
                  <a:srgbClr val="1C1C1E"/>
                </a:solidFill>
                <a:latin typeface="Inter SemiBold"/>
              </a:rPr>
              <a:t>Eine Zeile, die das Kapitel trägt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3213" y="6466839"/>
            <a:ext cx="3928533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>
                <a:solidFill>
                  <a:srgbClr val="1C1C1E"/>
                </a:solidFill>
                <a:latin typeface="Inter SemiBold"/>
              </a:rPr>
              <a:t>Kunde Projekttitel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84546" y="4284133"/>
            <a:ext cx="1925320" cy="20827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1330"/>
              </a:lnSpc>
            </a:pPr>
            <a:r>
              <a:rPr sz="13330" b="0" i="0" spc="-533">
                <a:solidFill>
                  <a:srgbClr val="C5C0B8"/>
                </a:solidFill>
                <a:latin typeface="Inter Light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4133" y="6495626"/>
            <a:ext cx="575733" cy="17610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120"/>
              </a:lnSpc>
            </a:pPr>
            <a:r>
              <a:rPr sz="800" b="0" i="0">
                <a:solidFill>
                  <a:srgbClr val="6B6B65"/>
                </a:solidFill>
                <a:latin typeface="Inter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5999" y="4599093"/>
            <a:ext cx="10160000" cy="623146"/>
          </a:xfrm>
          <a:prstGeom prst="roundRect">
            <a:avLst>
              <a:gd name="adj" fmla="val 24456"/>
            </a:avLst>
          </a:prstGeom>
          <a:solidFill>
            <a:srgbClr val="E3E0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5999" y="2644986"/>
            <a:ext cx="3115733" cy="8466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38133" y="2644986"/>
            <a:ext cx="3115733" cy="8466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60266" y="2644986"/>
            <a:ext cx="3115733" cy="8466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wordmark-black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999" y="6495626"/>
            <a:ext cx="953346" cy="1185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15999" y="389466"/>
            <a:ext cx="4775200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 spc="80">
                <a:solidFill>
                  <a:srgbClr val="6B6B65"/>
                </a:solidFill>
                <a:latin typeface="Inter SemiBold"/>
              </a:rPr>
              <a:t>01 / KAPITEL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5999" y="778933"/>
            <a:ext cx="6350000" cy="533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3679"/>
              </a:lnSpc>
            </a:pPr>
            <a:r>
              <a:rPr sz="3200" b="0" i="0" spc="-80">
                <a:solidFill>
                  <a:srgbClr val="1C1C1E"/>
                </a:solidFill>
                <a:latin typeface="Inter SemiBold"/>
              </a:rPr>
              <a:t>Aussage der Slide als ganzer Satz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5999" y="2788919"/>
            <a:ext cx="3111500" cy="14579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400"/>
              </a:lnSpc>
            </a:pPr>
            <a:r>
              <a:rPr sz="930" b="0" i="0">
                <a:solidFill>
                  <a:srgbClr val="6B6B65"/>
                </a:solidFill>
                <a:latin typeface="Inter"/>
              </a:rPr>
              <a:t>01</a:t>
            </a:r>
          </a:p>
          <a:p>
            <a:pPr>
              <a:lnSpc>
                <a:spcPts val="1870"/>
              </a:lnSpc>
              <a:spcBef>
                <a:spcPts val="1330"/>
              </a:spcBef>
            </a:pPr>
            <a:r>
              <a:rPr sz="1330" b="0" i="0" spc="-20">
                <a:solidFill>
                  <a:srgbClr val="1C1C1E"/>
                </a:solidFill>
                <a:latin typeface="Inter SemiBold"/>
              </a:rPr>
              <a:t>Erster Punkt</a:t>
            </a:r>
          </a:p>
          <a:p>
            <a:pPr>
              <a:lnSpc>
                <a:spcPts val="1710"/>
              </a:lnSpc>
              <a:spcBef>
                <a:spcPts val="1330"/>
              </a:spcBef>
            </a:pPr>
            <a:r>
              <a:rPr sz="1070" b="0" i="0">
                <a:solidFill>
                  <a:srgbClr val="3D3D3A"/>
                </a:solidFill>
                <a:latin typeface="Inter"/>
              </a:rPr>
              <a:t>Zwei bis drei Sätze, die den Punkt tragen: als Fließtext, nicht als Halbzeilen.</a:t>
            </a:r>
          </a:p>
          <a:p>
            <a:pPr>
              <a:lnSpc>
                <a:spcPts val="1710"/>
              </a:lnSpc>
              <a:spcBef>
                <a:spcPts val="1440"/>
              </a:spcBef>
            </a:pPr>
            <a:r>
              <a:rPr sz="1070" b="0" i="0">
                <a:solidFill>
                  <a:srgbClr val="3D3D3A"/>
                </a:solidFill>
                <a:latin typeface="Inter"/>
              </a:rPr>
              <a:t>Weiterer Absatz nur, wenn er etwas Neues sagt.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6933" y="4836160"/>
            <a:ext cx="4436533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 spc="80">
                <a:solidFill>
                  <a:srgbClr val="4A2D6B"/>
                </a:solidFill>
                <a:latin typeface="Inter SemiBold"/>
              </a:rPr>
              <a:t>DAS ERGEBNIS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03213" y="6466839"/>
            <a:ext cx="3928533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>
                <a:solidFill>
                  <a:srgbClr val="1C1C1E"/>
                </a:solidFill>
                <a:latin typeface="Inter SemiBold"/>
              </a:rPr>
              <a:t>Kunde Projekttitel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8133" y="2788919"/>
            <a:ext cx="2689013" cy="8889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400"/>
              </a:lnSpc>
            </a:pPr>
            <a:r>
              <a:rPr sz="930" b="0" i="0">
                <a:solidFill>
                  <a:srgbClr val="6B6B65"/>
                </a:solidFill>
                <a:latin typeface="Inter"/>
              </a:rPr>
              <a:t>02</a:t>
            </a:r>
          </a:p>
          <a:p>
            <a:pPr>
              <a:lnSpc>
                <a:spcPts val="1870"/>
              </a:lnSpc>
              <a:spcBef>
                <a:spcPts val="1330"/>
              </a:spcBef>
            </a:pPr>
            <a:r>
              <a:rPr sz="1330" b="0" i="0" spc="-20">
                <a:solidFill>
                  <a:srgbClr val="1C1C1E"/>
                </a:solidFill>
                <a:latin typeface="Inter SemiBold"/>
              </a:rPr>
              <a:t>Zweiter Punkt</a:t>
            </a:r>
          </a:p>
          <a:p>
            <a:pPr>
              <a:lnSpc>
                <a:spcPts val="1710"/>
              </a:lnSpc>
              <a:spcBef>
                <a:spcPts val="1330"/>
              </a:spcBef>
            </a:pPr>
            <a:r>
              <a:rPr sz="1070" b="0" i="0">
                <a:solidFill>
                  <a:srgbClr val="3D3D3A"/>
                </a:solidFill>
                <a:latin typeface="Inter"/>
              </a:rPr>
              <a:t>Zwei bis drei Sätze, die den Punkt tragen.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0266" y="2788919"/>
            <a:ext cx="2689013" cy="8889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400"/>
              </a:lnSpc>
            </a:pPr>
            <a:r>
              <a:rPr sz="930" b="0" i="0">
                <a:solidFill>
                  <a:srgbClr val="6B6B65"/>
                </a:solidFill>
                <a:latin typeface="Inter"/>
              </a:rPr>
              <a:t>03</a:t>
            </a:r>
          </a:p>
          <a:p>
            <a:pPr>
              <a:lnSpc>
                <a:spcPts val="1870"/>
              </a:lnSpc>
              <a:spcBef>
                <a:spcPts val="1330"/>
              </a:spcBef>
            </a:pPr>
            <a:r>
              <a:rPr sz="1330" b="0" i="0" spc="-20">
                <a:solidFill>
                  <a:srgbClr val="1C1C1E"/>
                </a:solidFill>
                <a:latin typeface="Inter SemiBold"/>
              </a:rPr>
              <a:t>Dritter Punkt</a:t>
            </a:r>
          </a:p>
          <a:p>
            <a:pPr>
              <a:lnSpc>
                <a:spcPts val="1710"/>
              </a:lnSpc>
              <a:spcBef>
                <a:spcPts val="1330"/>
              </a:spcBef>
            </a:pPr>
            <a:r>
              <a:rPr sz="1070" b="0" i="0">
                <a:solidFill>
                  <a:srgbClr val="3D3D3A"/>
                </a:solidFill>
                <a:latin typeface="Inter"/>
              </a:rPr>
              <a:t>Zwei bis drei Sätze, die den Punkt tragen.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1726" y="4802293"/>
            <a:ext cx="2627206" cy="203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710"/>
              </a:lnSpc>
            </a:pPr>
            <a:r>
              <a:rPr sz="1070" b="0" i="0">
                <a:solidFill>
                  <a:srgbClr val="4A2D6B"/>
                </a:solidFill>
                <a:latin typeface="Inter SemiBold"/>
              </a:rPr>
              <a:t>Der Satz, der aus den drei Punkten folgt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4133" y="6495626"/>
            <a:ext cx="575733" cy="17610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120"/>
              </a:lnSpc>
            </a:pPr>
            <a:r>
              <a:rPr sz="800" b="0" i="0">
                <a:solidFill>
                  <a:srgbClr val="6B6B65"/>
                </a:solidFill>
                <a:latin typeface="Inter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ix-09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799" y="2455333"/>
            <a:ext cx="3251200" cy="295571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15999" y="3590713"/>
            <a:ext cx="4741333" cy="8466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15999" y="4095326"/>
            <a:ext cx="4741333" cy="8466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5999" y="4591473"/>
            <a:ext cx="4741333" cy="8466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5999" y="5087619"/>
            <a:ext cx="4741333" cy="8466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wordmark-black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999" y="6495626"/>
            <a:ext cx="953346" cy="1185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15999" y="389466"/>
            <a:ext cx="4775200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 spc="80">
                <a:solidFill>
                  <a:srgbClr val="6B6B65"/>
                </a:solidFill>
                <a:latin typeface="Inter SemiBold"/>
              </a:rPr>
              <a:t>01 / KAPITEL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5999" y="778933"/>
            <a:ext cx="6350000" cy="533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3679"/>
              </a:lnSpc>
            </a:pPr>
            <a:r>
              <a:rPr sz="3200" b="0" i="0" spc="-80">
                <a:solidFill>
                  <a:srgbClr val="1C1C1E"/>
                </a:solidFill>
                <a:latin typeface="Inter SemiBold"/>
              </a:rPr>
              <a:t>Aussage der Slide als ganzer Satz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5999" y="2788073"/>
            <a:ext cx="5447453" cy="44788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860"/>
              </a:lnSpc>
            </a:pPr>
            <a:r>
              <a:rPr sz="1200" b="0" i="0">
                <a:solidFill>
                  <a:srgbClr val="3D3D3A"/>
                </a:solidFill>
                <a:latin typeface="Inter"/>
              </a:rPr>
              <a:t>Lead-Absatz: die eine Botschaft dieser Slide, in zwei bis drei Sätzen. Aktive Verben, belastbare Zahlen oder keine.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5999" y="3734646"/>
            <a:ext cx="1117600" cy="203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710"/>
              </a:lnSpc>
            </a:pPr>
            <a:r>
              <a:rPr sz="1070" b="0" i="0">
                <a:solidFill>
                  <a:srgbClr val="1C1C1E"/>
                </a:solidFill>
                <a:latin typeface="Inter"/>
              </a:rPr>
              <a:t>Erste Messgröße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5999" y="4230793"/>
            <a:ext cx="1219200" cy="203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710"/>
              </a:lnSpc>
            </a:pPr>
            <a:r>
              <a:rPr sz="1070" b="0" i="0">
                <a:solidFill>
                  <a:srgbClr val="1C1C1E"/>
                </a:solidFill>
                <a:latin typeface="Inter"/>
              </a:rPr>
              <a:t>Zweite Messgröße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5999" y="4726939"/>
            <a:ext cx="1141306" cy="203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710"/>
              </a:lnSpc>
            </a:pPr>
            <a:r>
              <a:rPr sz="1070" b="0" i="0">
                <a:solidFill>
                  <a:srgbClr val="1C1C1E"/>
                </a:solidFill>
                <a:latin typeface="Inter"/>
              </a:rPr>
              <a:t>Dritte Messgröße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03213" y="6466839"/>
            <a:ext cx="3928533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>
                <a:solidFill>
                  <a:srgbClr val="1C1C1E"/>
                </a:solidFill>
                <a:latin typeface="Inter SemiBold"/>
              </a:rPr>
              <a:t>Kunde Projekttitel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54226" y="3734646"/>
            <a:ext cx="336973" cy="203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710"/>
              </a:lnSpc>
            </a:pPr>
            <a:r>
              <a:rPr sz="1070" b="0" i="0">
                <a:solidFill>
                  <a:srgbClr val="4A2D6B"/>
                </a:solidFill>
                <a:latin typeface="Inter"/>
              </a:rPr>
              <a:t>Wert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54226" y="4230793"/>
            <a:ext cx="336973" cy="203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710"/>
              </a:lnSpc>
            </a:pPr>
            <a:r>
              <a:rPr sz="1070" b="0" i="0">
                <a:solidFill>
                  <a:srgbClr val="4A2D6B"/>
                </a:solidFill>
                <a:latin typeface="Inter"/>
              </a:rPr>
              <a:t>Wert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54226" y="4726939"/>
            <a:ext cx="336973" cy="203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710"/>
              </a:lnSpc>
            </a:pPr>
            <a:r>
              <a:rPr sz="1070" b="0" i="0">
                <a:solidFill>
                  <a:srgbClr val="4A2D6B"/>
                </a:solidFill>
                <a:latin typeface="Inter"/>
              </a:rPr>
              <a:t>Wert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4133" y="6495626"/>
            <a:ext cx="575733" cy="17610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120"/>
              </a:lnSpc>
            </a:pPr>
            <a:r>
              <a:rPr sz="800" b="0" i="0">
                <a:solidFill>
                  <a:srgbClr val="6B6B65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08980" y="2129366"/>
            <a:ext cx="4963160" cy="3211406"/>
          </a:xfrm>
          <a:prstGeom prst="roundRect">
            <a:avLst>
              <a:gd name="adj" fmla="val 3796"/>
            </a:avLst>
          </a:prstGeom>
          <a:solidFill>
            <a:srgbClr val="1C1C1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10580" y="2230966"/>
            <a:ext cx="4759960" cy="2974340"/>
          </a:xfrm>
          <a:prstGeom prst="roundRect">
            <a:avLst>
              <a:gd name="adj" fmla="val 1537"/>
            </a:avLst>
          </a:prstGeom>
          <a:solidFill>
            <a:srgbClr val="1C1C1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pix-10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580" y="2230966"/>
            <a:ext cx="4759960" cy="2974340"/>
          </a:xfrm>
          <a:prstGeom prst="rect">
            <a:avLst/>
          </a:prstGeom>
        </p:spPr>
      </p:pic>
      <p:pic>
        <p:nvPicPr>
          <p:cNvPr id="5" name="Picture 4" descr="pix-10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6353" y="5341619"/>
            <a:ext cx="5508413" cy="11853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15999" y="3086100"/>
            <a:ext cx="3847253" cy="8466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wordmark-black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999" y="6495626"/>
            <a:ext cx="953346" cy="118533"/>
          </a:xfrm>
          <a:prstGeom prst="rect">
            <a:avLst/>
          </a:prstGeom>
        </p:spPr>
      </p:pic>
      <p:pic>
        <p:nvPicPr>
          <p:cNvPr id="8" name="Picture 7" descr="wordmark-white-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7573" y="3642359"/>
            <a:ext cx="1225973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15999" y="389466"/>
            <a:ext cx="4775200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 spc="80">
                <a:solidFill>
                  <a:srgbClr val="6B6B65"/>
                </a:solidFill>
                <a:latin typeface="Inter SemiBold"/>
              </a:rPr>
              <a:t>01 / KAPITEL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5999" y="778933"/>
            <a:ext cx="6350000" cy="533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3679"/>
              </a:lnSpc>
            </a:pPr>
            <a:r>
              <a:rPr sz="3200" b="0" i="0" spc="-80">
                <a:solidFill>
                  <a:srgbClr val="1C1C1E"/>
                </a:solidFill>
                <a:latin typeface="Inter SemiBold"/>
              </a:rPr>
              <a:t>Aussage der Slide als ganzer Satz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5999" y="3213100"/>
            <a:ext cx="4436533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 spc="80">
                <a:solidFill>
                  <a:srgbClr val="6B6B65"/>
                </a:solidFill>
                <a:latin typeface="Inter SemiBold"/>
              </a:rPr>
              <a:t>VIER BAUSTEINE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5999" y="3507740"/>
            <a:ext cx="2938780" cy="12598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710"/>
              </a:lnSpc>
            </a:pPr>
            <a:r>
              <a:rPr sz="1070" b="0" i="0">
                <a:solidFill>
                  <a:srgbClr val="3D3D3A"/>
                </a:solidFill>
                <a:latin typeface="Inter"/>
              </a:rPr>
              <a:t>Erster Baustein. Halber Satz, was er leistet.</a:t>
            </a:r>
          </a:p>
          <a:p>
            <a:pPr>
              <a:lnSpc>
                <a:spcPts val="1710"/>
              </a:lnSpc>
              <a:spcBef>
                <a:spcPts val="1440"/>
              </a:spcBef>
            </a:pPr>
            <a:r>
              <a:rPr sz="1070" b="0" i="0">
                <a:solidFill>
                  <a:srgbClr val="3D3D3A"/>
                </a:solidFill>
                <a:latin typeface="Inter"/>
              </a:rPr>
              <a:t>Zweiter Baustein. Halber Satz, was er leistet.</a:t>
            </a:r>
          </a:p>
          <a:p>
            <a:pPr>
              <a:lnSpc>
                <a:spcPts val="1710"/>
              </a:lnSpc>
              <a:spcBef>
                <a:spcPts val="1440"/>
              </a:spcBef>
            </a:pPr>
            <a:r>
              <a:rPr sz="1070" b="0" i="0">
                <a:solidFill>
                  <a:srgbClr val="3D3D3A"/>
                </a:solidFill>
                <a:latin typeface="Inter"/>
              </a:rPr>
              <a:t>Dritter Baustein. Halber Satz, was er leistet.</a:t>
            </a:r>
          </a:p>
          <a:p>
            <a:pPr>
              <a:lnSpc>
                <a:spcPts val="1710"/>
              </a:lnSpc>
              <a:spcBef>
                <a:spcPts val="1440"/>
              </a:spcBef>
            </a:pPr>
            <a:r>
              <a:rPr sz="1070" b="0" i="0">
                <a:solidFill>
                  <a:srgbClr val="3D3D3A"/>
                </a:solidFill>
                <a:latin typeface="Inter"/>
              </a:rPr>
              <a:t>Vierter Baustein. Halber Satz, was er leistet.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03213" y="6466839"/>
            <a:ext cx="3928533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>
                <a:solidFill>
                  <a:srgbClr val="1C1C1E"/>
                </a:solidFill>
                <a:latin typeface="Inter SemiBold"/>
              </a:rPr>
              <a:t>Kunde Projekttitel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21126" y="5578686"/>
            <a:ext cx="1971886" cy="16086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ts val="1120"/>
              </a:lnSpc>
            </a:pPr>
            <a:r>
              <a:rPr sz="800" b="0" i="0">
                <a:solidFill>
                  <a:srgbClr val="6B6B65"/>
                </a:solidFill>
                <a:latin typeface="Inter"/>
              </a:rPr>
              <a:t>Bildunterschrift mit Inhalt, nicht mit Meta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4133" y="6495626"/>
            <a:ext cx="575733" cy="17610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120"/>
              </a:lnSpc>
            </a:pPr>
            <a:r>
              <a:rPr sz="800" b="0" i="0">
                <a:solidFill>
                  <a:srgbClr val="6B6B65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402666" y="2995506"/>
            <a:ext cx="8466" cy="1327573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89333" y="2995506"/>
            <a:ext cx="8466" cy="1327573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wordmark-black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999" y="6495626"/>
            <a:ext cx="953346" cy="1185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15999" y="389466"/>
            <a:ext cx="4775200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 spc="80">
                <a:solidFill>
                  <a:srgbClr val="6B6B65"/>
                </a:solidFill>
                <a:latin typeface="Inter SemiBold"/>
              </a:rPr>
              <a:t>01 / KAPITEL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999" y="778933"/>
            <a:ext cx="4933526" cy="533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3679"/>
              </a:lnSpc>
            </a:pPr>
            <a:r>
              <a:rPr sz="3200" b="0" i="0" spc="-80">
                <a:solidFill>
                  <a:srgbClr val="1C1C1E"/>
                </a:solidFill>
                <a:latin typeface="Inter SemiBold"/>
              </a:rPr>
              <a:t>Die drei Zahlen, die zählen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5999" y="3012440"/>
            <a:ext cx="2647526" cy="6858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4690"/>
              </a:lnSpc>
            </a:pPr>
            <a:r>
              <a:rPr sz="4270" b="0" i="0" spc="-128">
                <a:solidFill>
                  <a:srgbClr val="1C1C1E"/>
                </a:solidFill>
                <a:latin typeface="Inter Light"/>
              </a:rPr>
              <a:t>27,3 Mio. 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5999" y="3777826"/>
            <a:ext cx="3632199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 spc="80">
                <a:solidFill>
                  <a:srgbClr val="6B6B65"/>
                </a:solidFill>
                <a:latin typeface="Inter SemiBold"/>
              </a:rPr>
              <a:t>KENNZAHL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5999" y="4038599"/>
            <a:ext cx="2068406" cy="203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710"/>
              </a:lnSpc>
            </a:pPr>
            <a:r>
              <a:rPr sz="1070" b="0" i="0">
                <a:solidFill>
                  <a:srgbClr val="3D3D3A"/>
                </a:solidFill>
                <a:latin typeface="Inter"/>
              </a:rPr>
              <a:t>Ein Satz, der die Zahl einordnet.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3213" y="6466839"/>
            <a:ext cx="3928533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>
                <a:solidFill>
                  <a:srgbClr val="1C1C1E"/>
                </a:solidFill>
                <a:latin typeface="Inter SemiBold"/>
              </a:rPr>
              <a:t>Kunde Projekttitel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9800" y="3012440"/>
            <a:ext cx="1755140" cy="6858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4690"/>
              </a:lnSpc>
            </a:pPr>
            <a:r>
              <a:rPr sz="4270" b="0" i="0" spc="-128">
                <a:solidFill>
                  <a:srgbClr val="1C1C1E"/>
                </a:solidFill>
                <a:latin typeface="Inter Light"/>
              </a:rPr>
              <a:t>+8,2 %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800" y="3777826"/>
            <a:ext cx="3285066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 spc="80">
                <a:solidFill>
                  <a:srgbClr val="6B6B65"/>
                </a:solidFill>
                <a:latin typeface="Inter SemiBold"/>
              </a:rPr>
              <a:t>KENNZAHL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800" y="4038599"/>
            <a:ext cx="2068406" cy="203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710"/>
              </a:lnSpc>
            </a:pPr>
            <a:r>
              <a:rPr sz="1070" b="0" i="0">
                <a:solidFill>
                  <a:srgbClr val="3D3D3A"/>
                </a:solidFill>
                <a:latin typeface="Inter"/>
              </a:rPr>
              <a:t>Ein Satz, der die Zahl einordnet.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6466" y="3012440"/>
            <a:ext cx="1269153" cy="6858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4690"/>
              </a:lnSpc>
            </a:pPr>
            <a:r>
              <a:rPr sz="4270" b="0" i="0" spc="-128">
                <a:solidFill>
                  <a:srgbClr val="1C1C1E"/>
                </a:solidFill>
                <a:latin typeface="Inter Light"/>
              </a:rPr>
              <a:t>56 %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6466" y="3777826"/>
            <a:ext cx="3886199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 spc="80">
                <a:solidFill>
                  <a:srgbClr val="6B6B65"/>
                </a:solidFill>
                <a:latin typeface="Inter SemiBold"/>
              </a:rPr>
              <a:t>KENNZAHL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6466" y="4038599"/>
            <a:ext cx="2068406" cy="203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710"/>
              </a:lnSpc>
            </a:pPr>
            <a:r>
              <a:rPr sz="1070" b="0" i="0">
                <a:solidFill>
                  <a:srgbClr val="3D3D3A"/>
                </a:solidFill>
                <a:latin typeface="Inter"/>
              </a:rPr>
              <a:t>Ein Satz, der die Zahl einordnet.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0779" y="4712546"/>
            <a:ext cx="1159086" cy="16086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>
              <a:lnSpc>
                <a:spcPts val="1120"/>
              </a:lnSpc>
            </a:pPr>
            <a:r>
              <a:rPr sz="800" b="0" i="0">
                <a:solidFill>
                  <a:srgbClr val="6B6B65"/>
                </a:solidFill>
                <a:latin typeface="Inter"/>
              </a:rPr>
              <a:t>Quelle: … in einem Satz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4133" y="6495626"/>
            <a:ext cx="575733" cy="17610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120"/>
              </a:lnSpc>
            </a:pPr>
            <a:r>
              <a:rPr sz="800" b="0" i="0">
                <a:solidFill>
                  <a:srgbClr val="6B6B65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15999" y="2997200"/>
            <a:ext cx="4809066" cy="8466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66933" y="2997200"/>
            <a:ext cx="4809066" cy="8466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15999" y="4136813"/>
            <a:ext cx="4809066" cy="8466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66933" y="4136813"/>
            <a:ext cx="4809066" cy="8466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wordmark-black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999" y="6495626"/>
            <a:ext cx="953346" cy="1185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15999" y="389466"/>
            <a:ext cx="4775200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 spc="80">
                <a:solidFill>
                  <a:srgbClr val="6B6B65"/>
                </a:solidFill>
                <a:latin typeface="Inter SemiBold"/>
              </a:rPr>
              <a:t>01 / KAPITEL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5999" y="778933"/>
            <a:ext cx="4711700" cy="533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3679"/>
              </a:lnSpc>
            </a:pPr>
            <a:r>
              <a:rPr sz="3200" b="0" i="0" spc="-80">
                <a:solidFill>
                  <a:srgbClr val="1C1C1E"/>
                </a:solidFill>
                <a:latin typeface="Inter SemiBold"/>
              </a:rPr>
              <a:t>Vier Aspekte, ein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5999" y="3141133"/>
            <a:ext cx="2701713" cy="57573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870"/>
              </a:lnSpc>
            </a:pPr>
            <a:r>
              <a:rPr sz="1330" b="0" i="0" spc="-20">
                <a:solidFill>
                  <a:srgbClr val="1C1C1E"/>
                </a:solidFill>
                <a:latin typeface="Inter SemiBold"/>
              </a:rPr>
              <a:t>Erster Aspekt</a:t>
            </a:r>
          </a:p>
          <a:p>
            <a:pPr>
              <a:lnSpc>
                <a:spcPts val="1710"/>
              </a:lnSpc>
              <a:spcBef>
                <a:spcPts val="1330"/>
              </a:spcBef>
            </a:pPr>
            <a:r>
              <a:rPr sz="1070" b="0" i="0">
                <a:solidFill>
                  <a:srgbClr val="3D3D3A"/>
                </a:solidFill>
                <a:latin typeface="Inter"/>
              </a:rPr>
              <a:t>Ein bis zwei Sätze, was das konkret heißt.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5999" y="4280746"/>
            <a:ext cx="2701713" cy="57573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870"/>
              </a:lnSpc>
            </a:pPr>
            <a:r>
              <a:rPr sz="1330" b="0" i="0" spc="-20">
                <a:solidFill>
                  <a:srgbClr val="1C1C1E"/>
                </a:solidFill>
                <a:latin typeface="Inter SemiBold"/>
              </a:rPr>
              <a:t>Dritter Aspekt</a:t>
            </a:r>
          </a:p>
          <a:p>
            <a:pPr>
              <a:lnSpc>
                <a:spcPts val="1710"/>
              </a:lnSpc>
              <a:spcBef>
                <a:spcPts val="1330"/>
              </a:spcBef>
            </a:pPr>
            <a:r>
              <a:rPr sz="1070" b="0" i="0">
                <a:solidFill>
                  <a:srgbClr val="3D3D3A"/>
                </a:solidFill>
                <a:latin typeface="Inter"/>
              </a:rPr>
              <a:t>Ein bis zwei Sätze, was das konkret heißt.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03213" y="6466839"/>
            <a:ext cx="3928533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>
                <a:solidFill>
                  <a:srgbClr val="1C1C1E"/>
                </a:solidFill>
                <a:latin typeface="Inter SemiBold"/>
              </a:rPr>
              <a:t>Kunde Projekttitel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6933" y="3141133"/>
            <a:ext cx="2701713" cy="57573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870"/>
              </a:lnSpc>
            </a:pPr>
            <a:r>
              <a:rPr sz="1330" b="0" i="0" spc="-20">
                <a:solidFill>
                  <a:srgbClr val="1C1C1E"/>
                </a:solidFill>
                <a:latin typeface="Inter SemiBold"/>
              </a:rPr>
              <a:t>Zweiter Aspekt</a:t>
            </a:r>
          </a:p>
          <a:p>
            <a:pPr>
              <a:lnSpc>
                <a:spcPts val="1710"/>
              </a:lnSpc>
              <a:spcBef>
                <a:spcPts val="1330"/>
              </a:spcBef>
            </a:pPr>
            <a:r>
              <a:rPr sz="1070" b="0" i="0">
                <a:solidFill>
                  <a:srgbClr val="3D3D3A"/>
                </a:solidFill>
                <a:latin typeface="Inter"/>
              </a:rPr>
              <a:t>Ein bis zwei Sätze, was das konkret heißt.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6933" y="4280746"/>
            <a:ext cx="2701713" cy="57573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870"/>
              </a:lnSpc>
            </a:pPr>
            <a:r>
              <a:rPr sz="1330" b="0" i="0" spc="-20">
                <a:solidFill>
                  <a:srgbClr val="1C1C1E"/>
                </a:solidFill>
                <a:latin typeface="Inter SemiBold"/>
              </a:rPr>
              <a:t>Vierter Aspekt</a:t>
            </a:r>
          </a:p>
          <a:p>
            <a:pPr>
              <a:lnSpc>
                <a:spcPts val="1710"/>
              </a:lnSpc>
              <a:spcBef>
                <a:spcPts val="1330"/>
              </a:spcBef>
            </a:pPr>
            <a:r>
              <a:rPr sz="1070" b="0" i="0">
                <a:solidFill>
                  <a:srgbClr val="3D3D3A"/>
                </a:solidFill>
                <a:latin typeface="Inter"/>
              </a:rPr>
              <a:t>Ein bis zwei Sätze, was das konkret heißt.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4133" y="6495626"/>
            <a:ext cx="575733" cy="17610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120"/>
              </a:lnSpc>
            </a:pPr>
            <a:r>
              <a:rPr sz="800" b="0" i="0">
                <a:solidFill>
                  <a:srgbClr val="6B6B65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15999" y="3248659"/>
            <a:ext cx="4876800" cy="8466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99200" y="3248659"/>
            <a:ext cx="4876800" cy="8466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wordmark-black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999" y="6495626"/>
            <a:ext cx="953346" cy="1185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15999" y="389466"/>
            <a:ext cx="4775200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 spc="80">
                <a:solidFill>
                  <a:srgbClr val="6B6B65"/>
                </a:solidFill>
                <a:latin typeface="Inter SemiBold"/>
              </a:rPr>
              <a:t>01 / KAPITEL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999" y="778933"/>
            <a:ext cx="5444913" cy="533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3679"/>
              </a:lnSpc>
            </a:pPr>
            <a:r>
              <a:rPr sz="3200" b="0" i="0" spc="-80">
                <a:solidFill>
                  <a:srgbClr val="1C1C1E"/>
                </a:solidFill>
                <a:latin typeface="Inter SemiBold"/>
              </a:rPr>
              <a:t>Zwei Seiten derselben Sache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5999" y="3389206"/>
            <a:ext cx="4436533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 spc="80">
                <a:solidFill>
                  <a:srgbClr val="6B6B65"/>
                </a:solidFill>
                <a:latin typeface="Inter SemiBold"/>
              </a:rPr>
              <a:t>BLICKWINKEL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5999" y="3697393"/>
            <a:ext cx="1973579" cy="90762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710"/>
              </a:lnSpc>
            </a:pPr>
            <a:r>
              <a:rPr sz="1070" b="0" i="0">
                <a:solidFill>
                  <a:srgbClr val="3D3D3A"/>
                </a:solidFill>
                <a:latin typeface="Inter"/>
              </a:rPr>
              <a:t>Erster Punkt als ganzer Satz.</a:t>
            </a:r>
          </a:p>
          <a:p>
            <a:pPr>
              <a:lnSpc>
                <a:spcPts val="1710"/>
              </a:lnSpc>
              <a:spcBef>
                <a:spcPts val="1440"/>
              </a:spcBef>
            </a:pPr>
            <a:r>
              <a:rPr sz="1070" b="0" i="0">
                <a:solidFill>
                  <a:srgbClr val="3D3D3A"/>
                </a:solidFill>
                <a:latin typeface="Inter"/>
              </a:rPr>
              <a:t>Zweiter Punkt als ganzer Satz.</a:t>
            </a:r>
          </a:p>
          <a:p>
            <a:pPr>
              <a:lnSpc>
                <a:spcPts val="1710"/>
              </a:lnSpc>
              <a:spcBef>
                <a:spcPts val="1440"/>
              </a:spcBef>
            </a:pPr>
            <a:r>
              <a:rPr sz="1070" b="0" i="0">
                <a:solidFill>
                  <a:srgbClr val="3D3D3A"/>
                </a:solidFill>
                <a:latin typeface="Inter"/>
              </a:rPr>
              <a:t>Dritter Punkt als ganzer Satz.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3213" y="6466839"/>
            <a:ext cx="3928533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>
                <a:solidFill>
                  <a:srgbClr val="1C1C1E"/>
                </a:solidFill>
                <a:latin typeface="Inter SemiBold"/>
              </a:rPr>
              <a:t>Kunde Projekttitel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9200" y="3389206"/>
            <a:ext cx="4436533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 spc="80">
                <a:solidFill>
                  <a:srgbClr val="6B6B65"/>
                </a:solidFill>
                <a:latin typeface="Inter SemiBold"/>
              </a:rPr>
              <a:t>BLICKWINKEL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9200" y="3697393"/>
            <a:ext cx="1973579" cy="90762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710"/>
              </a:lnSpc>
            </a:pPr>
            <a:r>
              <a:rPr sz="1070" b="0" i="0">
                <a:solidFill>
                  <a:srgbClr val="3D3D3A"/>
                </a:solidFill>
                <a:latin typeface="Inter"/>
              </a:rPr>
              <a:t>Erster Punkt als ganzer Satz.</a:t>
            </a:r>
          </a:p>
          <a:p>
            <a:pPr>
              <a:lnSpc>
                <a:spcPts val="1710"/>
              </a:lnSpc>
              <a:spcBef>
                <a:spcPts val="1440"/>
              </a:spcBef>
            </a:pPr>
            <a:r>
              <a:rPr sz="1070" b="0" i="0">
                <a:solidFill>
                  <a:srgbClr val="3D3D3A"/>
                </a:solidFill>
                <a:latin typeface="Inter"/>
              </a:rPr>
              <a:t>Zweiter Punkt als ganzer Satz.</a:t>
            </a:r>
          </a:p>
          <a:p>
            <a:pPr>
              <a:lnSpc>
                <a:spcPts val="1710"/>
              </a:lnSpc>
              <a:spcBef>
                <a:spcPts val="1440"/>
              </a:spcBef>
            </a:pPr>
            <a:r>
              <a:rPr sz="1070" b="0" i="0">
                <a:solidFill>
                  <a:srgbClr val="3D3D3A"/>
                </a:solidFill>
                <a:latin typeface="Inter"/>
              </a:rPr>
              <a:t>Dritter Punkt als ganzer Satz.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4133" y="6495626"/>
            <a:ext cx="575733" cy="17610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120"/>
              </a:lnSpc>
            </a:pPr>
            <a:r>
              <a:rPr sz="800" b="0" i="0">
                <a:solidFill>
                  <a:srgbClr val="6B6B65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5999" y="2138680"/>
            <a:ext cx="4978400" cy="1693333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7600" y="2138680"/>
            <a:ext cx="4978400" cy="1693333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15999" y="4035213"/>
            <a:ext cx="4978400" cy="1693333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7600" y="4035213"/>
            <a:ext cx="4978400" cy="1693333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wordmark-black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999" y="6495626"/>
            <a:ext cx="953346" cy="1185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15999" y="389466"/>
            <a:ext cx="4775200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 spc="80">
                <a:solidFill>
                  <a:srgbClr val="6B6B65"/>
                </a:solidFill>
                <a:latin typeface="Inter SemiBold"/>
              </a:rPr>
              <a:t>01 / KAPITEL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5999" y="778933"/>
            <a:ext cx="5309446" cy="533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3679"/>
              </a:lnSpc>
            </a:pPr>
            <a:r>
              <a:rPr sz="3200" b="0" i="0" spc="-80">
                <a:solidFill>
                  <a:srgbClr val="1C1C1E"/>
                </a:solidFill>
                <a:latin typeface="Inter SemiBold"/>
              </a:rPr>
              <a:t>Vier Werkzeuge, ein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6933" y="2401146"/>
            <a:ext cx="2821093" cy="5435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2080"/>
              </a:lnSpc>
            </a:pPr>
            <a:r>
              <a:rPr sz="1600" b="0" i="0" spc="-33">
                <a:solidFill>
                  <a:srgbClr val="1C1C1E"/>
                </a:solidFill>
                <a:latin typeface="Inter SemiBold"/>
              </a:rPr>
              <a:t>Statement des ersten Dings in einer Zeile.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6933" y="4297680"/>
            <a:ext cx="2835486" cy="5435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2080"/>
              </a:lnSpc>
            </a:pPr>
            <a:r>
              <a:rPr sz="1600" b="0" i="0" spc="-33">
                <a:solidFill>
                  <a:srgbClr val="1C1C1E"/>
                </a:solidFill>
                <a:latin typeface="Inter SemiBold"/>
              </a:rPr>
              <a:t>Statement des dritten Dings in einer Zeile.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03213" y="6466839"/>
            <a:ext cx="3928533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>
                <a:solidFill>
                  <a:srgbClr val="1C1C1E"/>
                </a:solidFill>
                <a:latin typeface="Inter SemiBold"/>
              </a:rPr>
              <a:t>Kunde Projekttitel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2406" y="3383280"/>
            <a:ext cx="894926" cy="1778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400"/>
              </a:lnSpc>
            </a:pPr>
            <a:r>
              <a:rPr sz="930" b="0" i="0">
                <a:solidFill>
                  <a:srgbClr val="3D3D3A"/>
                </a:solidFill>
                <a:latin typeface="Inter"/>
              </a:rPr>
              <a:t>Produktname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8173" y="5279813"/>
            <a:ext cx="899160" cy="1778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400"/>
              </a:lnSpc>
            </a:pPr>
            <a:r>
              <a:rPr sz="930" b="0" i="0">
                <a:solidFill>
                  <a:srgbClr val="3D3D3A"/>
                </a:solidFill>
                <a:latin typeface="Inter"/>
              </a:rPr>
              <a:t>Produktname 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8533" y="2401146"/>
            <a:ext cx="2959100" cy="5435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2080"/>
              </a:lnSpc>
            </a:pPr>
            <a:r>
              <a:rPr sz="1600" b="0" i="0" spc="-33">
                <a:solidFill>
                  <a:srgbClr val="1C1C1E"/>
                </a:solidFill>
                <a:latin typeface="Inter SemiBold"/>
              </a:rPr>
              <a:t>Statement des zweiten Dings in einer Zeile.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8533" y="4297680"/>
            <a:ext cx="2878666" cy="5435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2080"/>
              </a:lnSpc>
            </a:pPr>
            <a:r>
              <a:rPr sz="1600" b="0" i="0" spc="-33">
                <a:solidFill>
                  <a:srgbClr val="1C1C1E"/>
                </a:solidFill>
                <a:latin typeface="Inter SemiBold"/>
              </a:rPr>
              <a:t>Statement des vierten Dings in einer Zeile.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40620" y="5279813"/>
            <a:ext cx="898313" cy="1778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400"/>
              </a:lnSpc>
            </a:pPr>
            <a:r>
              <a:rPr sz="930" b="0" i="0">
                <a:solidFill>
                  <a:srgbClr val="3D3D3A"/>
                </a:solidFill>
                <a:latin typeface="Inter"/>
              </a:rPr>
              <a:t>Produktname 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48239" y="3383280"/>
            <a:ext cx="890693" cy="1778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400"/>
              </a:lnSpc>
            </a:pPr>
            <a:r>
              <a:rPr sz="930" b="0" i="0">
                <a:solidFill>
                  <a:srgbClr val="3D3D3A"/>
                </a:solidFill>
                <a:latin typeface="Inter"/>
              </a:rPr>
              <a:t>Produktname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4133" y="6495626"/>
            <a:ext cx="575733" cy="17610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120"/>
              </a:lnSpc>
            </a:pPr>
            <a:r>
              <a:rPr sz="800" b="0" i="0">
                <a:solidFill>
                  <a:srgbClr val="6B6B65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5999" y="2663613"/>
            <a:ext cx="2387600" cy="2526453"/>
          </a:xfrm>
          <a:prstGeom prst="roundRect">
            <a:avLst>
              <a:gd name="adj" fmla="val 6382"/>
            </a:avLst>
          </a:prstGeom>
          <a:solidFill>
            <a:srgbClr val="E3E0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06799" y="2663613"/>
            <a:ext cx="2387600" cy="2526453"/>
          </a:xfrm>
          <a:prstGeom prst="roundRect">
            <a:avLst>
              <a:gd name="adj" fmla="val 6382"/>
            </a:avLst>
          </a:prstGeom>
          <a:solidFill>
            <a:srgbClr val="DDE4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7600" y="2663613"/>
            <a:ext cx="2387600" cy="2526453"/>
          </a:xfrm>
          <a:prstGeom prst="roundRect">
            <a:avLst>
              <a:gd name="adj" fmla="val 6382"/>
            </a:avLst>
          </a:prstGeom>
          <a:solidFill>
            <a:srgbClr val="E5E0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788400" y="2663613"/>
            <a:ext cx="2387600" cy="2526453"/>
          </a:xfrm>
          <a:prstGeom prst="roundRect">
            <a:avLst>
              <a:gd name="adj" fmla="val 6382"/>
            </a:avLst>
          </a:prstGeom>
          <a:solidFill>
            <a:srgbClr val="E8E5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wordmark-black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999" y="6495626"/>
            <a:ext cx="953346" cy="1185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15999" y="389466"/>
            <a:ext cx="4775200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 spc="80">
                <a:solidFill>
                  <a:srgbClr val="6B6B65"/>
                </a:solidFill>
                <a:latin typeface="Inter SemiBold"/>
              </a:rPr>
              <a:t>01 / KAPITEL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5999" y="778933"/>
            <a:ext cx="4925060" cy="10007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3679"/>
              </a:lnSpc>
            </a:pPr>
            <a:r>
              <a:rPr sz="3200" b="0" i="0" spc="-80">
                <a:solidFill>
                  <a:srgbClr val="1C1C1E"/>
                </a:solidFill>
                <a:latin typeface="Inter SemiBold"/>
              </a:rPr>
              <a:t>Vier Punkte, die jetzt aktiv gesteuert werden müssen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200" y="2816013"/>
            <a:ext cx="231140" cy="6858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4690"/>
              </a:lnSpc>
            </a:pPr>
            <a:r>
              <a:rPr sz="4270" b="0" i="0" spc="-128">
                <a:solidFill>
                  <a:srgbClr val="4A2D6B"/>
                </a:solidFill>
                <a:latin typeface="Inter Ligh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598333"/>
            <a:ext cx="1983740" cy="121073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870"/>
              </a:lnSpc>
            </a:pPr>
            <a:r>
              <a:rPr sz="1330" b="0" i="0" spc="-20">
                <a:solidFill>
                  <a:srgbClr val="1C1C1E"/>
                </a:solidFill>
                <a:latin typeface="Inter SemiBold"/>
              </a:rPr>
              <a:t>Erster Punkt als ganzer Satz</a:t>
            </a:r>
          </a:p>
          <a:p>
            <a:pPr>
              <a:lnSpc>
                <a:spcPts val="1400"/>
              </a:lnSpc>
              <a:spcBef>
                <a:spcPts val="1070"/>
              </a:spcBef>
            </a:pPr>
            <a:r>
              <a:rPr sz="930" b="0" i="0">
                <a:solidFill>
                  <a:srgbClr val="3D3D3A"/>
                </a:solidFill>
                <a:latin typeface="Inter"/>
              </a:rPr>
              <a:t>Zwei bis drei Sätze, die den Punkt tragen und belegen.</a:t>
            </a:r>
          </a:p>
          <a:p>
            <a:pPr>
              <a:lnSpc>
                <a:spcPts val="1400"/>
              </a:lnSpc>
              <a:spcBef>
                <a:spcPts val="1070"/>
              </a:spcBef>
            </a:pPr>
            <a:r>
              <a:rPr sz="930" b="0" i="0">
                <a:solidFill>
                  <a:srgbClr val="6B6B65"/>
                </a:solidFill>
                <a:latin typeface="Inter"/>
              </a:rPr>
              <a:t>Indikator oder Beleg in einem Satz.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03213" y="6466839"/>
            <a:ext cx="3928533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>
                <a:solidFill>
                  <a:srgbClr val="1C1C1E"/>
                </a:solidFill>
                <a:latin typeface="Inter SemiBold"/>
              </a:rPr>
              <a:t>Kunde Projekttitel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999" y="2816013"/>
            <a:ext cx="350519" cy="6858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4690"/>
              </a:lnSpc>
            </a:pPr>
            <a:r>
              <a:rPr sz="4270" b="0" i="0" spc="-128">
                <a:solidFill>
                  <a:srgbClr val="1D6B66"/>
                </a:solidFill>
                <a:latin typeface="Inter Light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999" y="3598333"/>
            <a:ext cx="1724659" cy="138853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870"/>
              </a:lnSpc>
            </a:pPr>
            <a:r>
              <a:rPr sz="1330" b="0" i="0" spc="-20">
                <a:solidFill>
                  <a:srgbClr val="1C1C1E"/>
                </a:solidFill>
                <a:latin typeface="Inter SemiBold"/>
              </a:rPr>
              <a:t>Zweiter Punkt als ganzer Satz</a:t>
            </a:r>
          </a:p>
          <a:p>
            <a:pPr>
              <a:lnSpc>
                <a:spcPts val="1400"/>
              </a:lnSpc>
              <a:spcBef>
                <a:spcPts val="1070"/>
              </a:spcBef>
            </a:pPr>
            <a:r>
              <a:rPr sz="930" b="0" i="0">
                <a:solidFill>
                  <a:srgbClr val="3D3D3A"/>
                </a:solidFill>
                <a:latin typeface="Inter"/>
              </a:rPr>
              <a:t>Zwei bis drei Sätze, die den Punkt tragen.</a:t>
            </a:r>
          </a:p>
          <a:p>
            <a:pPr>
              <a:lnSpc>
                <a:spcPts val="1400"/>
              </a:lnSpc>
              <a:spcBef>
                <a:spcPts val="1070"/>
              </a:spcBef>
            </a:pPr>
            <a:r>
              <a:rPr sz="930" b="0" i="1">
                <a:solidFill>
                  <a:srgbClr val="3D3D3A"/>
                </a:solidFill>
                <a:latin typeface="Inter"/>
              </a:rPr>
              <a:t>„Wörtliches Zitat als Beleg." — Rolle, Kontext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816013"/>
            <a:ext cx="346286" cy="6858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4690"/>
              </a:lnSpc>
            </a:pPr>
            <a:r>
              <a:rPr sz="4270" b="0" i="0" spc="-128">
                <a:solidFill>
                  <a:srgbClr val="1C1C1E"/>
                </a:solidFill>
                <a:latin typeface="Inter Ligh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598333"/>
            <a:ext cx="1574800" cy="93133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870"/>
              </a:lnSpc>
            </a:pPr>
            <a:r>
              <a:rPr sz="1330" b="0" i="0" spc="-20">
                <a:solidFill>
                  <a:srgbClr val="1C1C1E"/>
                </a:solidFill>
                <a:latin typeface="Inter SemiBold"/>
              </a:rPr>
              <a:t>Dritter Punkt als ganzer Satz</a:t>
            </a:r>
          </a:p>
          <a:p>
            <a:pPr>
              <a:lnSpc>
                <a:spcPts val="1400"/>
              </a:lnSpc>
              <a:spcBef>
                <a:spcPts val="1070"/>
              </a:spcBef>
            </a:pPr>
            <a:r>
              <a:rPr sz="930" b="0" i="0">
                <a:solidFill>
                  <a:srgbClr val="3D3D3A"/>
                </a:solidFill>
                <a:latin typeface="Inter"/>
              </a:rPr>
              <a:t>Zwei bis drei Sätze, die den Punkt tragen.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1600" y="2816013"/>
            <a:ext cx="358139" cy="6858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4690"/>
              </a:lnSpc>
            </a:pPr>
            <a:r>
              <a:rPr sz="4270" b="0" i="0" spc="-128">
                <a:solidFill>
                  <a:srgbClr val="1C1C1E"/>
                </a:solidFill>
                <a:latin typeface="Inter Light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1600" y="3598333"/>
            <a:ext cx="1574800" cy="93133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870"/>
              </a:lnSpc>
            </a:pPr>
            <a:r>
              <a:rPr sz="1330" b="0" i="0" spc="-20">
                <a:solidFill>
                  <a:srgbClr val="1C1C1E"/>
                </a:solidFill>
                <a:latin typeface="Inter SemiBold"/>
              </a:rPr>
              <a:t>Vierter Punkt als ganzer Satz</a:t>
            </a:r>
          </a:p>
          <a:p>
            <a:pPr>
              <a:lnSpc>
                <a:spcPts val="1400"/>
              </a:lnSpc>
              <a:spcBef>
                <a:spcPts val="1070"/>
              </a:spcBef>
            </a:pPr>
            <a:r>
              <a:rPr sz="930" b="0" i="0">
                <a:solidFill>
                  <a:srgbClr val="3D3D3A"/>
                </a:solidFill>
                <a:latin typeface="Inter"/>
              </a:rPr>
              <a:t>Zwei bis drei Sätze, die den Punkt tragen.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90666" y="5511800"/>
            <a:ext cx="1219200" cy="16086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>
              <a:lnSpc>
                <a:spcPts val="1120"/>
              </a:lnSpc>
            </a:pPr>
            <a:r>
              <a:rPr sz="800" b="0" i="0">
                <a:solidFill>
                  <a:srgbClr val="6B6B65"/>
                </a:solidFill>
                <a:latin typeface="Inter"/>
              </a:rPr>
              <a:t>Quellen: … in einem Satz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34133" y="6495626"/>
            <a:ext cx="575733" cy="17610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120"/>
              </a:lnSpc>
            </a:pPr>
            <a:r>
              <a:rPr sz="800" b="0" i="0">
                <a:solidFill>
                  <a:srgbClr val="6B6B65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15999" y="3155526"/>
            <a:ext cx="1979506" cy="8466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95506" y="3155526"/>
            <a:ext cx="4606713" cy="8466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01373" y="3155526"/>
            <a:ext cx="2214880" cy="8466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16253" y="3155526"/>
            <a:ext cx="1359746" cy="8466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5999" y="3651673"/>
            <a:ext cx="1979506" cy="8466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95506" y="3651673"/>
            <a:ext cx="4606713" cy="8466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1373" y="3651673"/>
            <a:ext cx="2214880" cy="8466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816253" y="3651673"/>
            <a:ext cx="1359746" cy="8466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5999" y="4147820"/>
            <a:ext cx="1979506" cy="8466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95506" y="4147820"/>
            <a:ext cx="4606713" cy="8466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1373" y="4147820"/>
            <a:ext cx="2214880" cy="8466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816253" y="4147820"/>
            <a:ext cx="1359746" cy="8466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15999" y="4643966"/>
            <a:ext cx="1979506" cy="8466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95506" y="4643966"/>
            <a:ext cx="4606713" cy="8466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1373" y="4643966"/>
            <a:ext cx="2214880" cy="8466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816253" y="4643966"/>
            <a:ext cx="1359746" cy="8466"/>
          </a:xfrm>
          <a:prstGeom prst="rect">
            <a:avLst/>
          </a:prstGeom>
          <a:solidFill>
            <a:srgbClr val="C5C0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wordmark-black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999" y="6495626"/>
            <a:ext cx="953346" cy="11853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15999" y="389466"/>
            <a:ext cx="4775200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 spc="80">
                <a:solidFill>
                  <a:srgbClr val="6B6B65"/>
                </a:solidFill>
                <a:latin typeface="Inter SemiBold"/>
              </a:rPr>
              <a:t>02 / KPIS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5999" y="778933"/>
            <a:ext cx="3862493" cy="533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3679"/>
              </a:lnSpc>
            </a:pPr>
            <a:r>
              <a:rPr sz="3200" b="0" i="0" spc="-80">
                <a:solidFill>
                  <a:srgbClr val="1C1C1E"/>
                </a:solidFill>
                <a:latin typeface="Inter SemiBold"/>
              </a:rPr>
              <a:t>Woran ihr uns messt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5999" y="2890519"/>
            <a:ext cx="1877906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 spc="80">
                <a:solidFill>
                  <a:srgbClr val="6B6B65"/>
                </a:solidFill>
                <a:latin typeface="Inter SemiBold"/>
              </a:rPr>
              <a:t>DIMENSION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5999" y="3295226"/>
            <a:ext cx="839046" cy="203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710"/>
              </a:lnSpc>
            </a:pPr>
            <a:r>
              <a:rPr sz="1070" b="0" i="0">
                <a:solidFill>
                  <a:srgbClr val="6B6B65"/>
                </a:solidFill>
                <a:latin typeface="Inter"/>
              </a:rPr>
              <a:t>Dimension 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5999" y="3791373"/>
            <a:ext cx="834813" cy="203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710"/>
              </a:lnSpc>
            </a:pPr>
            <a:r>
              <a:rPr sz="1070" b="0" i="0">
                <a:solidFill>
                  <a:srgbClr val="6B6B65"/>
                </a:solidFill>
                <a:latin typeface="Inter"/>
              </a:rPr>
              <a:t>Dimension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5999" y="4287519"/>
            <a:ext cx="844973" cy="203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710"/>
              </a:lnSpc>
            </a:pPr>
            <a:r>
              <a:rPr sz="1070" b="0" i="0">
                <a:solidFill>
                  <a:srgbClr val="6B6B65"/>
                </a:solidFill>
                <a:latin typeface="Inter"/>
              </a:rPr>
              <a:t>Dimension 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03213" y="6466839"/>
            <a:ext cx="3928533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>
                <a:solidFill>
                  <a:srgbClr val="1C1C1E"/>
                </a:solidFill>
                <a:latin typeface="Inter SemiBold"/>
              </a:rPr>
              <a:t>Kunde Projekttitel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95506" y="2890519"/>
            <a:ext cx="4436533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 spc="80">
                <a:solidFill>
                  <a:srgbClr val="6B6B65"/>
                </a:solidFill>
                <a:latin typeface="Inter SemiBold"/>
              </a:rPr>
              <a:t>MESSGRÖSSE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5506" y="3295226"/>
            <a:ext cx="2101426" cy="203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710"/>
              </a:lnSpc>
            </a:pPr>
            <a:r>
              <a:rPr sz="1070" b="0" i="0">
                <a:solidFill>
                  <a:srgbClr val="1C1C1E"/>
                </a:solidFill>
                <a:latin typeface="Inter"/>
              </a:rPr>
              <a:t>Messgröße als ganzer Ausdruck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95506" y="3791373"/>
            <a:ext cx="753533" cy="203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710"/>
              </a:lnSpc>
            </a:pPr>
            <a:r>
              <a:rPr sz="1070" b="0" i="0">
                <a:solidFill>
                  <a:srgbClr val="1C1C1E"/>
                </a:solidFill>
                <a:latin typeface="Inter"/>
              </a:rPr>
              <a:t>Messgröße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95506" y="4287519"/>
            <a:ext cx="753533" cy="203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710"/>
              </a:lnSpc>
            </a:pPr>
            <a:r>
              <a:rPr sz="1070" b="0" i="0">
                <a:solidFill>
                  <a:srgbClr val="1C1C1E"/>
                </a:solidFill>
                <a:latin typeface="Inter"/>
              </a:rPr>
              <a:t>Messgröße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1373" y="2890519"/>
            <a:ext cx="2113280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 spc="80">
                <a:solidFill>
                  <a:srgbClr val="6B6B65"/>
                </a:solidFill>
                <a:latin typeface="Inter SemiBold"/>
              </a:rPr>
              <a:t>HEUTE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01373" y="3295226"/>
            <a:ext cx="957579" cy="203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710"/>
              </a:lnSpc>
            </a:pPr>
            <a:r>
              <a:rPr sz="1070" b="0" i="0">
                <a:solidFill>
                  <a:srgbClr val="3D3D3A"/>
                </a:solidFill>
                <a:latin typeface="Inter"/>
              </a:rPr>
              <a:t>Ausgangswert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01373" y="3791373"/>
            <a:ext cx="957579" cy="203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710"/>
              </a:lnSpc>
            </a:pPr>
            <a:r>
              <a:rPr sz="1070" b="0" i="0">
                <a:solidFill>
                  <a:srgbClr val="3D3D3A"/>
                </a:solidFill>
                <a:latin typeface="Inter"/>
              </a:rPr>
              <a:t>Ausgangswert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01373" y="4287519"/>
            <a:ext cx="957579" cy="203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710"/>
              </a:lnSpc>
            </a:pPr>
            <a:r>
              <a:rPr sz="1070" b="0" i="0">
                <a:solidFill>
                  <a:srgbClr val="3D3D3A"/>
                </a:solidFill>
                <a:latin typeface="Inter"/>
              </a:rPr>
              <a:t>Ausgangswert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6253" y="2890519"/>
            <a:ext cx="2206413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 spc="80">
                <a:solidFill>
                  <a:srgbClr val="6B6B65"/>
                </a:solidFill>
                <a:latin typeface="Inter SemiBold"/>
              </a:rPr>
              <a:t>ZIEL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6253" y="3295226"/>
            <a:ext cx="548639" cy="203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710"/>
              </a:lnSpc>
            </a:pPr>
            <a:r>
              <a:rPr sz="1070" b="0" i="0">
                <a:solidFill>
                  <a:srgbClr val="4A2D6B"/>
                </a:solidFill>
                <a:latin typeface="Inter"/>
              </a:rPr>
              <a:t>Zielwert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16253" y="3791373"/>
            <a:ext cx="548639" cy="203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710"/>
              </a:lnSpc>
            </a:pPr>
            <a:r>
              <a:rPr sz="1070" b="0" i="0">
                <a:solidFill>
                  <a:srgbClr val="4A2D6B"/>
                </a:solidFill>
                <a:latin typeface="Inter"/>
              </a:rPr>
              <a:t>Zielwert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16253" y="4287519"/>
            <a:ext cx="548639" cy="203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1710"/>
              </a:lnSpc>
            </a:pPr>
            <a:r>
              <a:rPr sz="1070" b="0" i="0">
                <a:solidFill>
                  <a:srgbClr val="4A2D6B"/>
                </a:solidFill>
                <a:latin typeface="Inter"/>
              </a:rPr>
              <a:t>Zielwert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0779" y="4902200"/>
            <a:ext cx="1159086" cy="16086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>
              <a:lnSpc>
                <a:spcPts val="1120"/>
              </a:lnSpc>
            </a:pPr>
            <a:r>
              <a:rPr sz="800" b="0" i="0">
                <a:solidFill>
                  <a:srgbClr val="6B6B65"/>
                </a:solidFill>
                <a:latin typeface="Inter"/>
              </a:rPr>
              <a:t>Quelle: … in einem Satz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34133" y="6495626"/>
            <a:ext cx="575733" cy="17610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120"/>
              </a:lnSpc>
            </a:pPr>
            <a:r>
              <a:rPr sz="800" b="0" i="0">
                <a:solidFill>
                  <a:srgbClr val="6B6B65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ix-17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999" y="2770293"/>
            <a:ext cx="10160000" cy="2794000"/>
          </a:xfrm>
          <a:prstGeom prst="rect">
            <a:avLst/>
          </a:prstGeom>
        </p:spPr>
      </p:pic>
      <p:pic>
        <p:nvPicPr>
          <p:cNvPr id="3" name="Picture 2" descr="wordmark-black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999" y="6495626"/>
            <a:ext cx="953346" cy="1185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15999" y="389466"/>
            <a:ext cx="4775200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 spc="80">
                <a:solidFill>
                  <a:srgbClr val="6B6B65"/>
                </a:solidFill>
                <a:latin typeface="Inter SemiBold"/>
              </a:rPr>
              <a:t>01 / KAPITEL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5999" y="778933"/>
            <a:ext cx="5104553" cy="10007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3679"/>
              </a:lnSpc>
            </a:pPr>
            <a:r>
              <a:rPr sz="3200" b="0" i="0" spc="-80">
                <a:solidFill>
                  <a:srgbClr val="1C1C1E"/>
                </a:solidFill>
                <a:latin typeface="Inter SemiBold"/>
              </a:rPr>
              <a:t>Erst die Setup-Phase, dann die priorisierten Wellen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3213" y="6466839"/>
            <a:ext cx="3928533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>
                <a:solidFill>
                  <a:srgbClr val="1C1C1E"/>
                </a:solidFill>
                <a:latin typeface="Inter SemiBold"/>
              </a:rPr>
              <a:t>Kunde Projekttitel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4133" y="6495626"/>
            <a:ext cx="575733" cy="17610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120"/>
              </a:lnSpc>
            </a:pPr>
            <a:r>
              <a:rPr sz="800" b="0" i="0">
                <a:solidFill>
                  <a:srgbClr val="6B6B65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99" y="2243666"/>
            <a:ext cx="7603913" cy="187790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ts val="4690"/>
              </a:lnSpc>
            </a:pPr>
            <a:r>
              <a:rPr sz="4270" b="0" i="1" spc="-128">
                <a:solidFill>
                  <a:srgbClr val="F5F1EB"/>
                </a:solidFill>
                <a:latin typeface="Inter SemiBold"/>
              </a:rPr>
              <a:t>„Ein Satz aus einem echten Gespräch, der die Slide trägt — wörtlich, nicht geglättet."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99" y="4404360"/>
            <a:ext cx="4436533" cy="16086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20"/>
              </a:lnSpc>
            </a:pPr>
            <a:r>
              <a:rPr sz="800" b="0" i="0" spc="80">
                <a:solidFill>
                  <a:srgbClr val="A8A69E"/>
                </a:solidFill>
                <a:latin typeface="Inter SemiBold"/>
              </a:rPr>
              <a:t>VORNAME, ROLLE — KONTEXT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3" name="Picture 2" descr="wordmark-white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8966" y="2381673"/>
            <a:ext cx="1634066" cy="20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71700" y="3075940"/>
            <a:ext cx="7881619" cy="6858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ts val="4690"/>
              </a:lnSpc>
            </a:pPr>
            <a:r>
              <a:rPr sz="4270" b="0" i="0" spc="-128">
                <a:solidFill>
                  <a:srgbClr val="F5F1EB"/>
                </a:solidFill>
                <a:latin typeface="Inter SemiBold"/>
              </a:rPr>
              <a:t>Startklar, sobald ihr das Go gebt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5333" y="4515273"/>
            <a:ext cx="2235200" cy="1778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ts val="1400"/>
              </a:lnSpc>
            </a:pPr>
            <a:r>
              <a:rPr sz="930" b="0" i="0">
                <a:solidFill>
                  <a:srgbClr val="AF94D2"/>
                </a:solidFill>
                <a:latin typeface="Inter"/>
              </a:rPr>
              <a:t>vorname.nachname@bridgemaker.com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51026" y="4264660"/>
            <a:ext cx="1723813" cy="203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ts val="1710"/>
              </a:lnSpc>
            </a:pPr>
            <a:r>
              <a:rPr sz="1070" b="0" i="0">
                <a:solidFill>
                  <a:srgbClr val="F5F1EB"/>
                </a:solidFill>
                <a:latin typeface="Inter"/>
              </a:rPr>
              <a:t>Vorname Nachname, Rolle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